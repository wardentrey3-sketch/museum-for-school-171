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714" y="-32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7F9111-1492-4989-A07B-1999EA446682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17397-7F7B-4BAF-8166-AC04B5BA39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7851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00DDE9-7FE3-4DC2-92D0-AC4E5A105F3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247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8BE23-B660-4BB1-89FB-51A27EB90049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ADC-1DFC-4F4A-B379-04BC9B8720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612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8BE23-B660-4BB1-89FB-51A27EB90049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ADC-1DFC-4F4A-B379-04BC9B8720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0385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8BE23-B660-4BB1-89FB-51A27EB90049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ADC-1DFC-4F4A-B379-04BC9B8720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372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8BE23-B660-4BB1-89FB-51A27EB90049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ADC-1DFC-4F4A-B379-04BC9B8720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517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8BE23-B660-4BB1-89FB-51A27EB90049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ADC-1DFC-4F4A-B379-04BC9B8720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2672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8BE23-B660-4BB1-89FB-51A27EB90049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ADC-1DFC-4F4A-B379-04BC9B8720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7584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8BE23-B660-4BB1-89FB-51A27EB90049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ADC-1DFC-4F4A-B379-04BC9B8720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712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8BE23-B660-4BB1-89FB-51A27EB90049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ADC-1DFC-4F4A-B379-04BC9B8720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3594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8BE23-B660-4BB1-89FB-51A27EB90049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ADC-1DFC-4F4A-B379-04BC9B8720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759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8BE23-B660-4BB1-89FB-51A27EB90049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ADC-1DFC-4F4A-B379-04BC9B8720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319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8BE23-B660-4BB1-89FB-51A27EB90049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B5ADC-1DFC-4F4A-B379-04BC9B8720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6408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8BE23-B660-4BB1-89FB-51A27EB90049}" type="datetimeFigureOut">
              <a:rPr lang="ru-RU" smtClean="0"/>
              <a:t>12.04.2026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B5ADC-1DFC-4F4A-B379-04BC9B8720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2732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063298"/>
            <a:ext cx="7772400" cy="1102519"/>
          </a:xfrm>
        </p:spPr>
        <p:txBody>
          <a:bodyPr>
            <a:noAutofit/>
          </a:bodyPr>
          <a:lstStyle/>
          <a:p>
            <a:r>
              <a:rPr lang="ru-RU" dirty="0" smtClean="0"/>
              <a:t>Разработка</a:t>
            </a:r>
            <a:r>
              <a:rPr lang="en-US" dirty="0" smtClean="0"/>
              <a:t> </a:t>
            </a:r>
            <a:r>
              <a:rPr lang="ru-RU" dirty="0" smtClean="0"/>
              <a:t>виртуального </a:t>
            </a:r>
            <a:r>
              <a:rPr lang="ru-RU" dirty="0"/>
              <a:t>музея Боевой славы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17641" y="4086820"/>
            <a:ext cx="402635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1600" b="1" dirty="0" smtClean="0"/>
              <a:t>Выполнил:</a:t>
            </a:r>
          </a:p>
          <a:p>
            <a:pPr algn="r"/>
            <a:r>
              <a:rPr lang="ru-RU" sz="1600" dirty="0" smtClean="0"/>
              <a:t>Ануфриев Владимир Сергеевич, Ученик </a:t>
            </a:r>
            <a:r>
              <a:rPr lang="en-US" sz="1600" dirty="0" smtClean="0"/>
              <a:t>10A</a:t>
            </a:r>
            <a:endParaRPr lang="ru-RU" sz="1600" dirty="0" smtClean="0"/>
          </a:p>
          <a:p>
            <a:pPr algn="r"/>
            <a:r>
              <a:rPr lang="ru-RU" sz="1600" b="1" dirty="0"/>
              <a:t>Куратор проекта:</a:t>
            </a:r>
          </a:p>
          <a:p>
            <a:pPr algn="r"/>
            <a:r>
              <a:rPr lang="ru-RU" sz="1600" dirty="0"/>
              <a:t>Харисова Инга </a:t>
            </a:r>
            <a:r>
              <a:rPr lang="ru-RU" sz="1600" dirty="0" smtClean="0"/>
              <a:t>Альбертовна</a:t>
            </a:r>
            <a:endParaRPr lang="ru-RU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-11384" y="4825484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1600" dirty="0" smtClean="0"/>
              <a:t>202</a:t>
            </a:r>
            <a:r>
              <a:rPr lang="en-US" sz="1600" dirty="0" smtClean="0"/>
              <a:t>6</a:t>
            </a:r>
            <a:endParaRPr lang="ru-RU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1782580" y="13716"/>
            <a:ext cx="55503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МБОУ </a:t>
            </a:r>
            <a:r>
              <a:rPr lang="ru-RU" sz="1400" dirty="0" smtClean="0"/>
              <a:t>«СОШ </a:t>
            </a:r>
            <a:r>
              <a:rPr lang="ru-RU" sz="1400" dirty="0"/>
              <a:t>№171 с углубленным изучением отдельных предметов» </a:t>
            </a:r>
            <a:endParaRPr lang="ru-RU" sz="1400" dirty="0" smtClean="0"/>
          </a:p>
          <a:p>
            <a:pPr algn="ctr"/>
            <a:r>
              <a:rPr lang="ru-RU" sz="1400" dirty="0" smtClean="0"/>
              <a:t>Советского </a:t>
            </a:r>
            <a:r>
              <a:rPr lang="ru-RU" sz="1400" dirty="0"/>
              <a:t>района г. </a:t>
            </a:r>
            <a:r>
              <a:rPr lang="ru-RU" sz="1400" dirty="0" smtClean="0"/>
              <a:t>Казани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84124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07654"/>
            <a:ext cx="8229600" cy="3394472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Т</a:t>
            </a:r>
            <a:r>
              <a:rPr lang="ru-RU" dirty="0" smtClean="0"/>
              <a:t>ерриториальная </a:t>
            </a:r>
            <a:r>
              <a:rPr lang="ru-RU" dirty="0"/>
              <a:t>и физическая недоступность школьного музея для широкой аудитории, что ограничивает возможность приобщения к истории и памяти о героях.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8898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97558"/>
            <a:ext cx="8229600" cy="3394472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Р</a:t>
            </a:r>
            <a:r>
              <a:rPr lang="ru-RU" dirty="0" smtClean="0"/>
              <a:t>азработать </a:t>
            </a:r>
            <a:r>
              <a:rPr lang="ru-RU" dirty="0"/>
              <a:t>виртуальный музей Боевой славы в формате Telegram-бота </a:t>
            </a:r>
            <a:r>
              <a:rPr lang="ru-RU" dirty="0" smtClean="0"/>
              <a:t>для </a:t>
            </a:r>
            <a:r>
              <a:rPr lang="ru-RU" dirty="0"/>
              <a:t>обеспечения удаленного доступа к экспозиции школьного музея.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7082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ru-RU" b="1" dirty="0"/>
              <a:t>Изучить</a:t>
            </a:r>
            <a:r>
              <a:rPr lang="ru-RU" dirty="0"/>
              <a:t> </a:t>
            </a:r>
            <a:r>
              <a:rPr lang="ru-RU" dirty="0" smtClean="0"/>
              <a:t>материальную </a:t>
            </a:r>
            <a:r>
              <a:rPr lang="ru-RU" dirty="0"/>
              <a:t>базу школьного </a:t>
            </a:r>
            <a:r>
              <a:rPr lang="ru-RU" dirty="0" smtClean="0"/>
              <a:t>музея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b="1" dirty="0"/>
              <a:t>Разработать</a:t>
            </a:r>
            <a:r>
              <a:rPr lang="ru-RU" dirty="0"/>
              <a:t> структуру </a:t>
            </a:r>
            <a:r>
              <a:rPr lang="ru-RU" dirty="0" smtClean="0"/>
              <a:t>работы </a:t>
            </a:r>
            <a:r>
              <a:rPr lang="ru-RU" dirty="0"/>
              <a:t>виртуального </a:t>
            </a:r>
            <a:r>
              <a:rPr lang="ru-RU" dirty="0" smtClean="0"/>
              <a:t>музея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ru-RU" b="1" dirty="0"/>
              <a:t>Реализовать</a:t>
            </a:r>
            <a:r>
              <a:rPr lang="ru-RU" dirty="0"/>
              <a:t> программный код Telegram-бота</a:t>
            </a: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3212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Практическая часть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ru-RU" b="1" dirty="0"/>
              <a:t>Python</a:t>
            </a:r>
            <a:r>
              <a:rPr lang="ru-RU" dirty="0"/>
              <a:t> </a:t>
            </a:r>
            <a:endParaRPr lang="en-US" dirty="0" smtClean="0"/>
          </a:p>
          <a:p>
            <a:pPr marL="0" indent="0">
              <a:buNone/>
            </a:pPr>
            <a:endParaRPr lang="ru-RU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ru-RU" b="1" dirty="0" smtClean="0"/>
              <a:t>Telebot</a:t>
            </a:r>
            <a:r>
              <a:rPr lang="ru-RU" dirty="0" smtClean="0"/>
              <a:t> </a:t>
            </a:r>
            <a:r>
              <a:rPr lang="ru-RU" dirty="0"/>
              <a:t>(pyTelegramBotAPI</a:t>
            </a:r>
            <a:r>
              <a:rPr lang="ru-RU" dirty="0" smtClean="0"/>
              <a:t>)</a:t>
            </a:r>
            <a:endParaRPr lang="en-US" dirty="0" smtClean="0"/>
          </a:p>
          <a:p>
            <a:pPr marL="0" indent="0">
              <a:buNone/>
            </a:pPr>
            <a:endParaRPr lang="ru-RU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 smtClean="0"/>
              <a:t>JSON</a:t>
            </a:r>
            <a:r>
              <a:rPr lang="en-US" dirty="0" smtClean="0"/>
              <a:t> (</a:t>
            </a:r>
            <a:r>
              <a:rPr lang="en-US" dirty="0"/>
              <a:t>JavaScript Object Notation</a:t>
            </a:r>
            <a:r>
              <a:rPr lang="en-US" dirty="0" smtClean="0"/>
              <a:t>)</a:t>
            </a:r>
            <a:endParaRPr lang="ru-RU" dirty="0"/>
          </a:p>
        </p:txBody>
      </p:sp>
      <p:pic>
        <p:nvPicPr>
          <p:cNvPr id="1026" name="Picture 2" descr="http://qrcoder.ru/code/?https%3A%2F%2Fwww.python.org%2F&amp;4&amp;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699542"/>
            <a:ext cx="1409700" cy="1409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qrcoder.ru/code/?https%3A%2F%2Fpypi.org%2Fproject%2FpyTelegramBotAPI%2F&amp;4&amp;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8604" y="1954138"/>
            <a:ext cx="14097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qrcoder.ru/code/?https%3A%2F%2Fwww.json.org%2Fjson-en.html&amp;4&amp;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3363838"/>
            <a:ext cx="14097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5059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vovaa\OneDrive\Изображения\Снимки экрана\Снимок экрана 2026-02-24 20445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23233"/>
            <a:ext cx="2653323" cy="2217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Users\vovaa\OneDrive\Изображения\Снимки экрана\Снимок экрана 2026-02-24 20440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571750"/>
            <a:ext cx="2265349" cy="2312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:\Users\vovaa\OneDrive\Изображения\Снимки экрана\Снимок экрана 2026-02-24 20485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894860"/>
            <a:ext cx="3188656" cy="1549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C:\Users\vovaa\OneDrive\Изображения\Снимки экрана\Снимок экрана 2026-02-24 204420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5326" y="101309"/>
            <a:ext cx="2710197" cy="223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73" y="123233"/>
            <a:ext cx="3273502" cy="4761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6455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q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019472"/>
            <a:ext cx="2992438" cy="299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 descr="qr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264394"/>
            <a:ext cx="2633663" cy="260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04400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106</Words>
  <Application>Microsoft Office PowerPoint</Application>
  <PresentationFormat>Экран (16:9)</PresentationFormat>
  <Paragraphs>23</Paragraphs>
  <Slides>7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Разработка виртуального музея Боевой славы</vt:lpstr>
      <vt:lpstr>Проблема</vt:lpstr>
      <vt:lpstr>Цель</vt:lpstr>
      <vt:lpstr>Задачи</vt:lpstr>
      <vt:lpstr>Практическая часть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виртуального музея Боевой славы</dc:title>
  <dc:creator>Владимир Ануфриев</dc:creator>
  <cp:lastModifiedBy>Владимир Ануфриев</cp:lastModifiedBy>
  <cp:revision>7</cp:revision>
  <dcterms:created xsi:type="dcterms:W3CDTF">2026-04-11T13:27:38Z</dcterms:created>
  <dcterms:modified xsi:type="dcterms:W3CDTF">2026-04-12T10:46:13Z</dcterms:modified>
</cp:coreProperties>
</file>